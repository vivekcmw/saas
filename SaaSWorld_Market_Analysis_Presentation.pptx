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SaaSWorld Market Analysis Presentation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SaaSWorld: The Modern SaaS Marketplace</a:t>
            </a:r>
            <a:r>
              <a:rPr/>
              <a:t> </a:t>
            </a:r>
            <a:r>
              <a:rPr i="1"/>
              <a:t>Comprehensive Market Analysis &amp; Platform Overview</a:t>
            </a:r>
            <a:r>
              <a:rPr/>
              <a:t> August 2025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Executive Summary</a:t>
            </a:r>
          </a:p>
          <a:p>
            <a:pPr lvl="0" indent="-342900" marL="342900">
              <a:buAutoNum type="arabicPeriod"/>
            </a:pPr>
            <a:r>
              <a:rPr/>
              <a:t>Market Overview</a:t>
            </a:r>
          </a:p>
          <a:p>
            <a:pPr lvl="0" indent="-342900" marL="342900">
              <a:buAutoNum type="arabicPeriod"/>
            </a:pPr>
            <a:r>
              <a:rPr/>
              <a:t>Market Trends</a:t>
            </a:r>
          </a:p>
          <a:p>
            <a:pPr lvl="0" indent="-342900" marL="342900">
              <a:buAutoNum type="arabicPeriod"/>
            </a:pPr>
            <a:r>
              <a:rPr/>
              <a:t>Competitive Landscape</a:t>
            </a:r>
          </a:p>
          <a:p>
            <a:pPr lvl="0" indent="-342900" marL="342900">
              <a:buAutoNum type="arabicPeriod"/>
            </a:pPr>
            <a:r>
              <a:rPr/>
              <a:t>Target Segments</a:t>
            </a:r>
          </a:p>
          <a:p>
            <a:pPr lvl="0" indent="-342900" marL="342900">
              <a:buAutoNum type="arabicPeriod"/>
            </a:pPr>
            <a:r>
              <a:rPr/>
              <a:t>Platform Features &amp; Tech Stack</a:t>
            </a:r>
          </a:p>
          <a:p>
            <a:pPr lvl="0" indent="-342900" marL="342900">
              <a:buAutoNum type="arabicPeriod"/>
            </a:pPr>
            <a:r>
              <a:rPr/>
              <a:t>Business Model &amp; Revenue Streams</a:t>
            </a:r>
          </a:p>
          <a:p>
            <a:pPr lvl="0" indent="-342900" marL="342900">
              <a:buAutoNum type="arabicPeriod"/>
            </a:pPr>
            <a:r>
              <a:rPr/>
              <a:t>Go-to-Market Strategy</a:t>
            </a:r>
          </a:p>
          <a:p>
            <a:pPr lvl="0" indent="-342900" marL="342900">
              <a:buAutoNum type="arabicPeriod"/>
            </a:pPr>
            <a:r>
              <a:rPr/>
              <a:t>SWOT Analysis</a:t>
            </a:r>
          </a:p>
          <a:p>
            <a:pPr lvl="0" indent="-342900" marL="342900">
              <a:buAutoNum type="arabicPeriod"/>
            </a:pPr>
            <a:r>
              <a:rPr/>
              <a:t>Roadmap &amp; Next Steps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SaaSWorld is a next-gen SaaS marketplace for business software discovery</a:t>
            </a:r>
          </a:p>
          <a:p>
            <a:pPr lvl="0"/>
            <a:r>
              <a:rPr/>
              <a:t>Built with Nuxt 3, TypeScript, and modern web tech</a:t>
            </a:r>
          </a:p>
          <a:p>
            <a:pPr lvl="0"/>
            <a:r>
              <a:rPr/>
              <a:t>Focus: Superior UX, performance, and mobile-first design</a:t>
            </a:r>
          </a:p>
          <a:p>
            <a:pPr lvl="0"/>
            <a:r>
              <a:rPr/>
              <a:t>Target: SMBs and growth-focused businesses</a:t>
            </a:r>
          </a:p>
          <a:p>
            <a:pPr lvl="0"/>
            <a:r>
              <a:rPr/>
              <a:t>Opportunity: $170B+ global SaaS market, growing 15-20% annually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Global SaaS market: $170B+ (2024)</a:t>
            </a:r>
          </a:p>
          <a:p>
            <a:pPr lvl="0"/>
            <a:r>
              <a:rPr/>
              <a:t>Software discovery market: $2.5B+ subset</a:t>
            </a:r>
          </a:p>
          <a:p>
            <a:pPr lvl="0"/>
            <a:r>
              <a:rPr/>
              <a:t>50M+ SMBs worldwide as addressable market</a:t>
            </a:r>
          </a:p>
          <a:p>
            <a:pPr lvl="0"/>
            <a:r>
              <a:rPr/>
              <a:t>73% of organizations expect to be nearly all-SaaS by 2025</a:t>
            </a:r>
          </a:p>
          <a:p>
            <a:pPr lvl="0"/>
            <a:r>
              <a:rPr/>
              <a:t>Average company uses 110+ SaaS apps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Market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Rapid SaaS adoption across all industries</a:t>
            </a:r>
          </a:p>
          <a:p>
            <a:pPr lvl="0"/>
            <a:r>
              <a:rPr/>
              <a:t>Increasing software stack complexity</a:t>
            </a:r>
          </a:p>
          <a:p>
            <a:pPr lvl="0"/>
            <a:r>
              <a:rPr/>
              <a:t>68% of businesses struggle to find the right software</a:t>
            </a:r>
          </a:p>
          <a:p>
            <a:pPr lvl="0"/>
            <a:r>
              <a:rPr/>
              <a:t>Mobile-first research: 65% of software research on mobile</a:t>
            </a:r>
          </a:p>
          <a:p>
            <a:pPr lvl="0"/>
            <a:r>
              <a:rPr/>
              <a:t>Demand for better comparison, reviews, and implementation support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6: 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Tier 1: Established Leaders</a:t>
            </a:r>
            <a:r>
              <a:rPr/>
              <a:t> - G2: Market leader, strong SEO, cluttered UI - Capterra: Gartner-owned, enterprise focus, outdated design - Software Advice: Guided selection, sales-heavy</a:t>
            </a:r>
          </a:p>
          <a:p>
            <a:pPr lvl="0" indent="0" marL="0">
              <a:buNone/>
            </a:pPr>
            <a:r>
              <a:rPr b="1"/>
              <a:t>Tier 2: Specialized Players</a:t>
            </a:r>
            <a:r>
              <a:rPr/>
              <a:t> - TrustRadius, GetApp, Crozdesk</a:t>
            </a:r>
          </a:p>
          <a:p>
            <a:pPr lvl="0" indent="0" marL="0">
              <a:buNone/>
            </a:pPr>
            <a:r>
              <a:rPr b="1"/>
              <a:t>Tier 3: Platform-Specific</a:t>
            </a:r>
            <a:r>
              <a:rPr/>
              <a:t> - Salesforce AppExchange, Shopify App Store, HubSpot Marketplace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7: Competitive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Modern tech stack: Nuxt 3, TypeScript, Vite</a:t>
            </a:r>
          </a:p>
          <a:p>
            <a:pPr lvl="0"/>
            <a:r>
              <a:rPr/>
              <a:t>Superior performance: 3x faster than legacy platforms</a:t>
            </a:r>
          </a:p>
          <a:p>
            <a:pPr lvl="0"/>
            <a:r>
              <a:rPr/>
              <a:t>Mobile-optimized, responsive design</a:t>
            </a:r>
          </a:p>
          <a:p>
            <a:pPr lvl="0"/>
            <a:r>
              <a:rPr/>
              <a:t>Clean, professional UI/UX</a:t>
            </a:r>
          </a:p>
          <a:p>
            <a:pPr lvl="0"/>
            <a:r>
              <a:rPr/>
              <a:t>Streamlined onboarding for vendors</a:t>
            </a:r>
          </a:p>
          <a:p>
            <a:pPr lvl="0"/>
            <a:r>
              <a:rPr/>
              <a:t>SEO-optimized for organic growth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8: Target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Primary:</a:t>
            </a:r>
            <a:r>
              <a:rPr/>
              <a:t> - SMBs (10-500 employees) - Pain points: Time, budget, complexity - Needs: Easy comparison, cost optimization, implementation help</a:t>
            </a:r>
          </a:p>
          <a:p>
            <a:pPr lvl="0" indent="0" marL="0">
              <a:buNone/>
            </a:pPr>
            <a:r>
              <a:rPr b="1"/>
              <a:t>Secondary:</a:t>
            </a:r>
            <a:r>
              <a:rPr/>
              <a:t> - Enterprise teams - Needs: Security, integration, scalability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9: Platform Features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Curated software directory</a:t>
            </a:r>
          </a:p>
          <a:p>
            <a:pPr lvl="0"/>
            <a:r>
              <a:rPr/>
              <a:t>Advanced search &amp; filtering</a:t>
            </a:r>
          </a:p>
          <a:p>
            <a:pPr lvl="0"/>
            <a:r>
              <a:rPr/>
              <a:t>Detailed software profiles</a:t>
            </a:r>
          </a:p>
          <a:p>
            <a:pPr lvl="0"/>
            <a:r>
              <a:rPr/>
              <a:t>4-step vendor onboarding</a:t>
            </a:r>
          </a:p>
          <a:p>
            <a:pPr lvl="0"/>
            <a:r>
              <a:rPr/>
              <a:t>Admin review dashboard</a:t>
            </a:r>
          </a:p>
          <a:p>
            <a:pPr lvl="0"/>
            <a:r>
              <a:rPr/>
              <a:t>Multi-language (i18n) support</a:t>
            </a:r>
          </a:p>
          <a:p>
            <a:pPr lvl="0"/>
            <a:r>
              <a:rPr/>
              <a:t>Nuxt 3, TypeScript, Vite, Nitro, REST API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10: Business Model &amp; Revenue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Vendor subscriptions: $99-$999/month</a:t>
            </a:r>
          </a:p>
          <a:p>
            <a:pPr lvl="0"/>
            <a:r>
              <a:rPr/>
              <a:t>Lead generation: $50-200/lead</a:t>
            </a:r>
          </a:p>
          <a:p>
            <a:pPr lvl="0"/>
            <a:r>
              <a:rPr/>
              <a:t>Demo/trial signups: $15-75 each</a:t>
            </a:r>
          </a:p>
          <a:p>
            <a:pPr lvl="0"/>
            <a:r>
              <a:rPr/>
              <a:t>Display ads &amp; sponsored content</a:t>
            </a:r>
          </a:p>
          <a:p>
            <a:pPr lvl="0"/>
            <a:r>
              <a:rPr/>
              <a:t>Premium services: Consulting, white-label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11: Go-to-Market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Content-first: Guides, comparisons, tutorials</a:t>
            </a:r>
          </a:p>
          <a:p>
            <a:pPr lvl="0"/>
            <a:r>
              <a:rPr/>
              <a:t>SEO-driven: Long-tail, local, technical SEO</a:t>
            </a:r>
          </a:p>
          <a:p>
            <a:pPr lvl="0"/>
            <a:r>
              <a:rPr/>
              <a:t>Vendor partnerships: Early access, exclusive deals</a:t>
            </a:r>
          </a:p>
          <a:p>
            <a:pPr lvl="0"/>
            <a:r>
              <a:rPr/>
              <a:t>Community building: User forums, expert network</a:t>
            </a:r>
          </a:p>
          <a:p>
            <a:pPr lvl="0"/>
            <a:r>
              <a:rPr/>
              <a:t>Paid search: Google Ads for high-intent keywords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12: SWOT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Strengths:</a:t>
            </a:r>
            <a:r>
              <a:rPr/>
              <a:t> - Modern stack, fast, mobile-first, clean UX </a:t>
            </a:r>
            <a:r>
              <a:rPr b="1"/>
              <a:t>Weaknesses:</a:t>
            </a:r>
            <a:r>
              <a:rPr/>
              <a:t> - New entrant, limited brand recognition </a:t>
            </a:r>
            <a:r>
              <a:rPr b="1"/>
              <a:t>Opportunities:</a:t>
            </a:r>
            <a:r>
              <a:rPr/>
              <a:t> - Niche focus, global expansion, AI features </a:t>
            </a:r>
            <a:r>
              <a:rPr b="1"/>
              <a:t>Threats:</a:t>
            </a:r>
            <a:r>
              <a:rPr/>
              <a:t> - Established competitors, market saturation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13: Roadmap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Complete core marketplace features (Q3 2025)</a:t>
            </a:r>
          </a:p>
          <a:p>
            <a:pPr lvl="0"/>
            <a:r>
              <a:rPr/>
              <a:t>Launch content strategy and SEO campaigns</a:t>
            </a:r>
          </a:p>
          <a:p>
            <a:pPr lvl="0"/>
            <a:r>
              <a:rPr/>
              <a:t>Onboard first 50 vendors</a:t>
            </a:r>
          </a:p>
          <a:p>
            <a:pPr lvl="0"/>
            <a:r>
              <a:rPr/>
              <a:t>Scale user acquisition and partnerships</a:t>
            </a:r>
          </a:p>
          <a:p>
            <a:pPr lvl="0"/>
            <a:r>
              <a:rPr/>
              <a:t>Prepare for public beta and funding round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14: Contact &amp;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SaaSWorld Team</a:t>
            </a:r>
          </a:p>
          <a:p>
            <a:pPr lvl="0"/>
            <a:r>
              <a:rPr/>
              <a:t>github.com/VivekanandDesign/SaasWorld</a:t>
            </a:r>
          </a:p>
          <a:p>
            <a:pPr lvl="0"/>
            <a:r>
              <a:rPr/>
              <a:t>Questions? Let’s connect!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2025-08-12T15:36:03Z</dcterms:created>
  <dcterms:modified xsi:type="dcterms:W3CDTF">2025-08-12T15:36:03Z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